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  <a:srgbClr val="F3F3E9"/>
    <a:srgbClr val="F5F5EB"/>
    <a:srgbClr val="F6F7EF"/>
    <a:srgbClr val="F9FAF4"/>
    <a:srgbClr val="627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356C803-0CDF-8222-31A6-99C12C008CD4}"/>
              </a:ext>
            </a:extLst>
          </p:cNvPr>
          <p:cNvSpPr/>
          <p:nvPr/>
        </p:nvSpPr>
        <p:spPr>
          <a:xfrm>
            <a:off x="14909800" y="8839200"/>
            <a:ext cx="1295400" cy="1524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DAC27E2-4012-B0A0-25BC-E3944DAB5F78}"/>
              </a:ext>
            </a:extLst>
          </p:cNvPr>
          <p:cNvSpPr/>
          <p:nvPr/>
        </p:nvSpPr>
        <p:spPr>
          <a:xfrm>
            <a:off x="14864644" y="8877300"/>
            <a:ext cx="1371600" cy="228600"/>
          </a:xfrm>
          <a:prstGeom prst="rect">
            <a:avLst/>
          </a:prstGeom>
          <a:solidFill>
            <a:srgbClr val="627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63D46AC-E933-553F-B07B-8336455CD34A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9FA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9473B8E-618B-F633-100E-7EC6333330F1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6F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C77F5B-F0F7-7BA1-4764-E0E7FA022A51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5F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B8196A-CB68-2E88-7DD0-3B258210FA81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3F3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Jaynadsinh Gohil</dc:creator>
  <cp:lastModifiedBy>Jaynadsinh Gohil</cp:lastModifiedBy>
  <cp:revision>2</cp:revision>
  <dcterms:created xsi:type="dcterms:W3CDTF">2006-08-16T00:00:00Z</dcterms:created>
  <dcterms:modified xsi:type="dcterms:W3CDTF">2026-09-15T13:34:54Z</dcterms:modified>
</cp:coreProperties>
</file>